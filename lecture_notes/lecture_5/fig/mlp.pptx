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D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A903-1893-0265-20E6-2D9878732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5A2AB-A4C4-23F0-82AA-005225AE8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15D85-89C4-B66A-22A2-A6DB4714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D6B8-E371-0CEE-C430-FDEE34C46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1922C-D3E8-1AED-258C-D376D885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269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15C4-CF73-B73A-A2FB-C2CDB554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C3B86-4CAF-A505-4B36-4683FD8B1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879CA-6B81-8DF2-FFBF-FE4E7B7A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2265-FA72-C3B6-EDD8-62C16F84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2866-8786-ADAC-030A-85FA3DA0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326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69DE-849C-676E-3D7D-30AF869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0B780-7872-1266-9ABF-6B6277213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6C72-40FD-D2FD-6B6F-5454769B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18CB-BC25-52A7-1F5E-68423955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21FA4-2418-02D2-8E9E-B0923389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51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E486-5D2D-98C1-072E-2A0690C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04DFF-0596-3BC2-AEC9-C6677596D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78B8A-F14C-69F1-2790-3C2A56103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963B-8788-20E4-162E-81650D2FA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51465-60FD-C99D-3809-BE0BA6F3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31029-DED1-7167-7945-C3B820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678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BC7F-707C-BB52-3CA6-BA2A6CC4F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52381-A7BA-C9C2-B2E9-C3370362D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2F890-0E55-7132-87BC-4B63F997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21A08-E86E-FBEB-5956-596F9B576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D0C22-9C13-854A-C07E-52A779C7D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9C3DE-3B9B-CAA6-44FB-7E772316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DB2B6-513C-E5C6-9516-21E78F30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B3CD8-29B8-9045-1DB7-3FE7F6CB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4810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29DA-B205-763D-452C-088B2987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151FC-06C4-2948-B131-402B1E0B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8E37C-7E6A-460B-7E14-CDBC402A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B3553-BF08-714E-79F9-12037F6A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176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A777B-DE0A-1028-52C6-78DCF7FC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86342-C6EE-9AC3-97E0-DF6F791C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3F995-3B54-7B0D-40A3-8996A2DB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37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DA41-BBE4-CC30-3EAF-D734175E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EE4D-5EC0-7114-786A-6B938A685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E9845-B51F-1AF1-4E31-D7C490D27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9F092-5185-B6E7-2FEA-9FC27600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19B62-4ABE-1045-0082-3341657E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9058B-1CE0-20E4-9E8A-18722BDD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125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8B68-5C8E-20F5-2E3E-DDB1190F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0E0AA-BC62-4546-E7AD-6FDE2A6AF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60F1E-2FA9-D01E-1DF6-87F5452BA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7622F-728E-7DA0-7CDF-E0629D28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43E54-1D0C-F825-EEAB-68122901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C3878-6ED4-FD2E-138C-CAC61863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1994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1A23-64BF-F23D-FCA5-AF7619B1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EBEE0-5366-E084-B64E-124A60E52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5F3D9-B257-1606-5A6E-8C6C9572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8483A-9B82-E425-76BD-0B4DD82D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9BCA-18A8-7B76-0828-DE5926F4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71417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3836B-FF50-869B-A472-FFCB59389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196DC-FC19-48AB-890A-38725ED4C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E88FA-BA1C-923C-BEFE-C4A75015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F2D5A-321E-4642-C48E-BAB2E0194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AD937-DD4B-CD60-C66E-9E2DC9F6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1976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B8FA1-86C5-694A-D958-4607CAA2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D0B21-8287-7048-DCDC-436E3631A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A2811-AF44-B0F2-23BC-246EC638C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3CD3D-FD79-C148-9C85-4A03F4D68628}" type="datetimeFigureOut">
              <a:rPr lang="es-ES_tradnl" smtClean="0"/>
              <a:t>24/11/24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ED35-1819-8653-963F-7CDB9F0FC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3A2A1-FAA5-1AC6-8232-6B8B72354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755FE-0D4E-3F42-B439-7264FE2E984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700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9666057-140E-6357-75FF-FB75D87F6272}"/>
              </a:ext>
            </a:extLst>
          </p:cNvPr>
          <p:cNvGrpSpPr/>
          <p:nvPr/>
        </p:nvGrpSpPr>
        <p:grpSpPr>
          <a:xfrm>
            <a:off x="2209800" y="701943"/>
            <a:ext cx="7772400" cy="5850698"/>
            <a:chOff x="1562100" y="184150"/>
            <a:chExt cx="7772400" cy="5850698"/>
          </a:xfrm>
        </p:grpSpPr>
        <p:pic>
          <p:nvPicPr>
            <p:cNvPr id="3" name="Picture 2" descr="A diagram of a network&#10;&#10;Description automatically generated">
              <a:extLst>
                <a:ext uri="{FF2B5EF4-FFF2-40B4-BE49-F238E27FC236}">
                  <a16:creationId xmlns:a16="http://schemas.microsoft.com/office/drawing/2014/main" id="{6A418320-FD94-BA03-3138-F92839EF6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2100" y="184150"/>
              <a:ext cx="7772400" cy="55626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6799A7-63FA-A4A4-1C90-81DAA2838007}"/>
                </a:ext>
              </a:extLst>
            </p:cNvPr>
            <p:cNvSpPr/>
            <p:nvPr/>
          </p:nvSpPr>
          <p:spPr>
            <a:xfrm>
              <a:off x="2455101" y="4421688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4A124C-86C1-8088-53FA-296AE3F8A1E8}"/>
                </a:ext>
              </a:extLst>
            </p:cNvPr>
            <p:cNvSpPr/>
            <p:nvPr/>
          </p:nvSpPr>
          <p:spPr>
            <a:xfrm>
              <a:off x="4182913" y="4629172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88254B-68AC-1BE9-FE68-760219709595}"/>
                </a:ext>
              </a:extLst>
            </p:cNvPr>
            <p:cNvSpPr/>
            <p:nvPr/>
          </p:nvSpPr>
          <p:spPr>
            <a:xfrm>
              <a:off x="5726482" y="4997885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D423F7-D663-25B1-7785-CC3BAE6FD939}"/>
                </a:ext>
              </a:extLst>
            </p:cNvPr>
            <p:cNvSpPr/>
            <p:nvPr/>
          </p:nvSpPr>
          <p:spPr>
            <a:xfrm>
              <a:off x="7807463" y="4709786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F3BC08-D843-25C3-839E-8E94225D6BEB}"/>
                </a:ext>
              </a:extLst>
            </p:cNvPr>
            <p:cNvSpPr/>
            <p:nvPr/>
          </p:nvSpPr>
          <p:spPr>
            <a:xfrm>
              <a:off x="3274773" y="4794425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A8B0DC-679E-1903-7235-5727143FBBFE}"/>
                </a:ext>
              </a:extLst>
            </p:cNvPr>
            <p:cNvSpPr/>
            <p:nvPr/>
          </p:nvSpPr>
          <p:spPr>
            <a:xfrm>
              <a:off x="5030894" y="4794425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5E8290-1F94-16BF-2287-CE49A3B71471}"/>
                </a:ext>
              </a:extLst>
            </p:cNvPr>
            <p:cNvSpPr/>
            <p:nvPr/>
          </p:nvSpPr>
          <p:spPr>
            <a:xfrm>
              <a:off x="6812401" y="5458651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39F69F-5C8E-5312-34C1-0DAF14CF9F9C}"/>
                </a:ext>
              </a:extLst>
            </p:cNvPr>
            <p:cNvSpPr/>
            <p:nvPr/>
          </p:nvSpPr>
          <p:spPr>
            <a:xfrm>
              <a:off x="8595464" y="4133589"/>
              <a:ext cx="739036" cy="5761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1773D89-AC6E-18FB-B3ED-208DD1E9BCD1}"/>
              </a:ext>
            </a:extLst>
          </p:cNvPr>
          <p:cNvSpPr txBox="1"/>
          <p:nvPr/>
        </p:nvSpPr>
        <p:spPr>
          <a:xfrm>
            <a:off x="1901702" y="4585088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x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72F0B-7354-AD6F-98B1-DD895C9ED610}"/>
              </a:ext>
            </a:extLst>
          </p:cNvPr>
          <p:cNvSpPr txBox="1"/>
          <p:nvPr/>
        </p:nvSpPr>
        <p:spPr>
          <a:xfrm>
            <a:off x="1890992" y="1847946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x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841B78-EABA-CAA1-D3B7-07A4BFE625B0}"/>
              </a:ext>
            </a:extLst>
          </p:cNvPr>
          <p:cNvSpPr txBox="1"/>
          <p:nvPr/>
        </p:nvSpPr>
        <p:spPr>
          <a:xfrm>
            <a:off x="1901702" y="317861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x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26DC3-565F-A992-2430-E8F2014DE13D}"/>
              </a:ext>
            </a:extLst>
          </p:cNvPr>
          <p:cNvSpPr txBox="1"/>
          <p:nvPr/>
        </p:nvSpPr>
        <p:spPr>
          <a:xfrm>
            <a:off x="1890992" y="38312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x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980C4B-93CC-8E90-CED7-996D90099AD2}"/>
              </a:ext>
            </a:extLst>
          </p:cNvPr>
          <p:cNvSpPr>
            <a:spLocks noChangeAspect="1"/>
          </p:cNvSpPr>
          <p:nvPr/>
        </p:nvSpPr>
        <p:spPr>
          <a:xfrm>
            <a:off x="4236141" y="5461048"/>
            <a:ext cx="360000" cy="360000"/>
          </a:xfrm>
          <a:prstGeom prst="ellipse">
            <a:avLst/>
          </a:prstGeom>
          <a:solidFill>
            <a:srgbClr val="6D6DA4"/>
          </a:solidFill>
          <a:ln>
            <a:solidFill>
              <a:srgbClr val="6D6D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CA55E0E-8640-1F43-F020-DE2F30BDE8AF}"/>
              </a:ext>
            </a:extLst>
          </p:cNvPr>
          <p:cNvSpPr>
            <a:spLocks noChangeAspect="1"/>
          </p:cNvSpPr>
          <p:nvPr/>
        </p:nvSpPr>
        <p:spPr>
          <a:xfrm>
            <a:off x="5922032" y="5492464"/>
            <a:ext cx="360000" cy="360000"/>
          </a:xfrm>
          <a:prstGeom prst="ellipse">
            <a:avLst/>
          </a:prstGeom>
          <a:solidFill>
            <a:srgbClr val="6D6DA4"/>
          </a:solidFill>
          <a:ln>
            <a:solidFill>
              <a:srgbClr val="6D6D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11B1D34-B649-ECE7-C99D-784B75B5493C}"/>
              </a:ext>
            </a:extLst>
          </p:cNvPr>
          <p:cNvSpPr>
            <a:spLocks noChangeAspect="1"/>
          </p:cNvSpPr>
          <p:nvPr/>
        </p:nvSpPr>
        <p:spPr>
          <a:xfrm>
            <a:off x="7594534" y="6110767"/>
            <a:ext cx="360000" cy="360000"/>
          </a:xfrm>
          <a:prstGeom prst="ellipse">
            <a:avLst/>
          </a:prstGeom>
          <a:solidFill>
            <a:srgbClr val="6D6DA4"/>
          </a:solidFill>
          <a:ln>
            <a:solidFill>
              <a:srgbClr val="6D6D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6B54F5-7B15-277C-0DC9-63648F5FCAFB}"/>
              </a:ext>
            </a:extLst>
          </p:cNvPr>
          <p:cNvSpPr txBox="1"/>
          <p:nvPr/>
        </p:nvSpPr>
        <p:spPr>
          <a:xfrm>
            <a:off x="2385368" y="200637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L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3454BD-A93E-8CEA-D599-8300880FAE01}"/>
              </a:ext>
            </a:extLst>
          </p:cNvPr>
          <p:cNvSpPr txBox="1"/>
          <p:nvPr/>
        </p:nvSpPr>
        <p:spPr>
          <a:xfrm>
            <a:off x="4097066" y="2006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FF244D-3FD1-EE21-EA2B-065B196DC9E2}"/>
              </a:ext>
            </a:extLst>
          </p:cNvPr>
          <p:cNvSpPr txBox="1"/>
          <p:nvPr/>
        </p:nvSpPr>
        <p:spPr>
          <a:xfrm>
            <a:off x="7568487" y="2006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L</a:t>
            </a:r>
            <a:endParaRPr lang="en-US" i="1" baseline="-250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E1EBF0-8A59-D10D-E619-2CE8EC49ED77}"/>
              </a:ext>
            </a:extLst>
          </p:cNvPr>
          <p:cNvSpPr txBox="1"/>
          <p:nvPr/>
        </p:nvSpPr>
        <p:spPr>
          <a:xfrm>
            <a:off x="5889337" y="20063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E8571D-6AF9-1EF8-2CB5-7FEB38FC651F}"/>
              </a:ext>
            </a:extLst>
          </p:cNvPr>
          <p:cNvSpPr txBox="1"/>
          <p:nvPr/>
        </p:nvSpPr>
        <p:spPr>
          <a:xfrm>
            <a:off x="4901239" y="46749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9A7D2C54-072D-757D-29E1-7937CB8698EC}"/>
              </a:ext>
            </a:extLst>
          </p:cNvPr>
          <p:cNvSpPr/>
          <p:nvPr/>
        </p:nvSpPr>
        <p:spPr>
          <a:xfrm rot="19306029">
            <a:off x="4692975" y="5255822"/>
            <a:ext cx="395233" cy="180246"/>
          </a:xfrm>
          <a:prstGeom prst="rightArrow">
            <a:avLst/>
          </a:prstGeom>
          <a:solidFill>
            <a:srgbClr val="6D6DA4"/>
          </a:solidFill>
          <a:ln>
            <a:solidFill>
              <a:srgbClr val="6D6D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0CC84DAC-AC52-33EE-E643-4B7072F12E4C}"/>
              </a:ext>
            </a:extLst>
          </p:cNvPr>
          <p:cNvSpPr/>
          <p:nvPr/>
        </p:nvSpPr>
        <p:spPr>
          <a:xfrm rot="19306029">
            <a:off x="6310567" y="5361583"/>
            <a:ext cx="395233" cy="180246"/>
          </a:xfrm>
          <a:prstGeom prst="rightArrow">
            <a:avLst/>
          </a:prstGeom>
          <a:solidFill>
            <a:srgbClr val="6D6DA4"/>
          </a:solidFill>
          <a:ln>
            <a:solidFill>
              <a:srgbClr val="6D6D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44DE4904-62E4-A4C8-18DC-7F65F6615F63}"/>
              </a:ext>
            </a:extLst>
          </p:cNvPr>
          <p:cNvSpPr/>
          <p:nvPr/>
        </p:nvSpPr>
        <p:spPr>
          <a:xfrm rot="19306029">
            <a:off x="8001520" y="5952980"/>
            <a:ext cx="395233" cy="180246"/>
          </a:xfrm>
          <a:prstGeom prst="rightArrow">
            <a:avLst/>
          </a:prstGeom>
          <a:solidFill>
            <a:srgbClr val="6D6DA4"/>
          </a:solidFill>
          <a:ln>
            <a:solidFill>
              <a:srgbClr val="6D6D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E20152-A056-1AA5-6A45-56DDD8E05A7A}"/>
              </a:ext>
            </a:extLst>
          </p:cNvPr>
          <p:cNvSpPr txBox="1"/>
          <p:nvPr/>
        </p:nvSpPr>
        <p:spPr>
          <a:xfrm>
            <a:off x="5606167" y="580328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z</a:t>
            </a:r>
            <a:r>
              <a:rPr lang="en-US" i="1" baseline="30000" dirty="0">
                <a:latin typeface="Palatino" pitchFamily="2" charset="77"/>
                <a:ea typeface="Palatino" pitchFamily="2" charset="77"/>
              </a:rPr>
              <a:t>l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EA8D38-AB3D-7DE9-E6D5-41ECE5028323}"/>
              </a:ext>
            </a:extLst>
          </p:cNvPr>
          <p:cNvSpPr txBox="1"/>
          <p:nvPr/>
        </p:nvSpPr>
        <p:spPr>
          <a:xfrm>
            <a:off x="3983365" y="579177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z</a:t>
            </a:r>
            <a:r>
              <a:rPr lang="en-US" i="1" baseline="30000" dirty="0">
                <a:latin typeface="Palatino" pitchFamily="2" charset="77"/>
                <a:ea typeface="Palatino" pitchFamily="2" charset="77"/>
              </a:rPr>
              <a:t>1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4767F8-5902-6EFF-27E3-A8A444D12320}"/>
              </a:ext>
            </a:extLst>
          </p:cNvPr>
          <p:cNvSpPr txBox="1"/>
          <p:nvPr/>
        </p:nvSpPr>
        <p:spPr>
          <a:xfrm>
            <a:off x="7057590" y="612219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z</a:t>
            </a:r>
            <a:r>
              <a:rPr lang="en-US" i="1" baseline="30000" dirty="0">
                <a:latin typeface="Palatino" pitchFamily="2" charset="77"/>
                <a:ea typeface="Palatino" pitchFamily="2" charset="77"/>
              </a:rPr>
              <a:t>L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4DC35A-2B64-2CAB-C636-79F9004B2173}"/>
              </a:ext>
            </a:extLst>
          </p:cNvPr>
          <p:cNvSpPr txBox="1"/>
          <p:nvPr/>
        </p:nvSpPr>
        <p:spPr>
          <a:xfrm>
            <a:off x="4746195" y="5671008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77762F-58B1-CE32-B9C1-163E39ED451D}"/>
              </a:ext>
            </a:extLst>
          </p:cNvPr>
          <p:cNvSpPr txBox="1"/>
          <p:nvPr/>
        </p:nvSpPr>
        <p:spPr>
          <a:xfrm>
            <a:off x="2165756" y="840801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D = M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0</a:t>
            </a:r>
            <a:endParaRPr lang="en-US" baseline="-250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DAC48E-5946-32D7-2DE1-820B045EC895}"/>
              </a:ext>
            </a:extLst>
          </p:cNvPr>
          <p:cNvSpPr txBox="1"/>
          <p:nvPr/>
        </p:nvSpPr>
        <p:spPr>
          <a:xfrm>
            <a:off x="4002744" y="784919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 </a:t>
            </a:r>
            <a:r>
              <a:rPr lang="en-US" i="1" dirty="0">
                <a:latin typeface="Palatino" pitchFamily="2" charset="77"/>
                <a:ea typeface="Palatino" pitchFamily="2" charset="77"/>
              </a:rPr>
              <a:t>M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1</a:t>
            </a:r>
            <a:endParaRPr lang="en-US" baseline="-250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09210F-35F5-C697-D97B-E162B2738EB2}"/>
              </a:ext>
            </a:extLst>
          </p:cNvPr>
          <p:cNvSpPr txBox="1"/>
          <p:nvPr/>
        </p:nvSpPr>
        <p:spPr>
          <a:xfrm>
            <a:off x="6571250" y="7023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87EB26-D9F1-7102-878B-0E9B998FB5C9}"/>
              </a:ext>
            </a:extLst>
          </p:cNvPr>
          <p:cNvSpPr txBox="1"/>
          <p:nvPr/>
        </p:nvSpPr>
        <p:spPr>
          <a:xfrm>
            <a:off x="6384275" y="5729917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32016D-E7B6-94BB-CC3C-1D3C46D864F4}"/>
              </a:ext>
            </a:extLst>
          </p:cNvPr>
          <p:cNvSpPr txBox="1"/>
          <p:nvPr/>
        </p:nvSpPr>
        <p:spPr>
          <a:xfrm>
            <a:off x="5780333" y="840801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 </a:t>
            </a:r>
            <a:r>
              <a:rPr lang="en-US" i="1" dirty="0">
                <a:latin typeface="Palatino" pitchFamily="2" charset="77"/>
                <a:ea typeface="Palatino" pitchFamily="2" charset="77"/>
              </a:rPr>
              <a:t>M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l</a:t>
            </a:r>
            <a:endParaRPr lang="en-US" baseline="-250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CFDE31-6F50-FED5-5708-692F6455B718}"/>
              </a:ext>
            </a:extLst>
          </p:cNvPr>
          <p:cNvSpPr txBox="1"/>
          <p:nvPr/>
        </p:nvSpPr>
        <p:spPr>
          <a:xfrm>
            <a:off x="7867681" y="597090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 M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L</a:t>
            </a:r>
            <a:endParaRPr lang="en-US" baseline="-250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A3D005-E6D1-328B-FE61-11F6055AF4F0}"/>
              </a:ext>
            </a:extLst>
          </p:cNvPr>
          <p:cNvSpPr txBox="1"/>
          <p:nvPr/>
        </p:nvSpPr>
        <p:spPr>
          <a:xfrm>
            <a:off x="860751" y="20063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Layers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AEEF70-490B-2F02-9808-ACC71BE6D40F}"/>
              </a:ext>
            </a:extLst>
          </p:cNvPr>
          <p:cNvSpPr txBox="1"/>
          <p:nvPr/>
        </p:nvSpPr>
        <p:spPr>
          <a:xfrm>
            <a:off x="859937" y="837664"/>
            <a:ext cx="107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Neurons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FD2B8C-A116-1E48-A676-7D1392FC7C4B}"/>
              </a:ext>
            </a:extLst>
          </p:cNvPr>
          <p:cNvSpPr txBox="1"/>
          <p:nvPr/>
        </p:nvSpPr>
        <p:spPr>
          <a:xfrm>
            <a:off x="9162463" y="20063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L+1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8E4D18A-91E8-A17B-42AD-24C5D5A1CF1D}"/>
              </a:ext>
            </a:extLst>
          </p:cNvPr>
          <p:cNvSpPr txBox="1"/>
          <p:nvPr/>
        </p:nvSpPr>
        <p:spPr>
          <a:xfrm>
            <a:off x="9162462" y="1478614"/>
            <a:ext cx="211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 K=M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L+1</a:t>
            </a:r>
            <a:endParaRPr lang="en-US" baseline="-250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FF6966D-09F3-FAC0-5294-CC52424DA75F}"/>
              </a:ext>
            </a:extLst>
          </p:cNvPr>
          <p:cNvSpPr txBox="1"/>
          <p:nvPr/>
        </p:nvSpPr>
        <p:spPr>
          <a:xfrm>
            <a:off x="10123512" y="420058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y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670786-6F50-9A04-F0F6-9ECF38748B08}"/>
              </a:ext>
            </a:extLst>
          </p:cNvPr>
          <p:cNvSpPr txBox="1"/>
          <p:nvPr/>
        </p:nvSpPr>
        <p:spPr>
          <a:xfrm>
            <a:off x="10129327" y="214857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y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E287C63-9BCE-E9BE-CCD5-05263A495995}"/>
              </a:ext>
            </a:extLst>
          </p:cNvPr>
          <p:cNvSpPr txBox="1"/>
          <p:nvPr/>
        </p:nvSpPr>
        <p:spPr>
          <a:xfrm>
            <a:off x="10123513" y="3483243"/>
            <a:ext cx="37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Palatino" pitchFamily="2" charset="77"/>
                <a:ea typeface="Palatino" pitchFamily="2" charset="77"/>
              </a:rPr>
              <a:t>y</a:t>
            </a:r>
            <a:r>
              <a:rPr lang="en-US" i="1" baseline="-25000" dirty="0">
                <a:latin typeface="Palatino" pitchFamily="2" charset="77"/>
                <a:ea typeface="Palatino" pitchFamily="2" charset="77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EB9DB3-BB60-94FD-3161-5FD2DB7BDD17}"/>
              </a:ext>
            </a:extLst>
          </p:cNvPr>
          <p:cNvSpPr txBox="1"/>
          <p:nvPr/>
        </p:nvSpPr>
        <p:spPr>
          <a:xfrm rot="16200000">
            <a:off x="1709182" y="2398435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2FE9F86-D3E7-654A-3F6F-E4FEF266CEE9}"/>
              </a:ext>
            </a:extLst>
          </p:cNvPr>
          <p:cNvSpPr txBox="1"/>
          <p:nvPr/>
        </p:nvSpPr>
        <p:spPr>
          <a:xfrm rot="16200000">
            <a:off x="10019556" y="2790685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9B8CCC-7F91-2C79-C617-7EDA8B79CD98}"/>
              </a:ext>
            </a:extLst>
          </p:cNvPr>
          <p:cNvSpPr txBox="1"/>
          <p:nvPr/>
        </p:nvSpPr>
        <p:spPr>
          <a:xfrm>
            <a:off x="6508183" y="954196"/>
            <a:ext cx="51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Palatino" pitchFamily="2" charset="77"/>
                <a:ea typeface="Palatino" pitchFamily="2" charset="77"/>
              </a:rPr>
              <a:t>w</a:t>
            </a:r>
            <a:r>
              <a:rPr lang="en-US" sz="2000" i="1" baseline="30000" dirty="0">
                <a:latin typeface="Palatino" pitchFamily="2" charset="77"/>
                <a:ea typeface="Palatino" pitchFamily="2" charset="77"/>
              </a:rPr>
              <a:t>l</a:t>
            </a:r>
            <a:r>
              <a:rPr lang="en-US" sz="2000" i="1" baseline="-25000" dirty="0">
                <a:latin typeface="Palatino" pitchFamily="2" charset="77"/>
                <a:ea typeface="Palatino" pitchFamily="2" charset="77"/>
              </a:rPr>
              <a:t>ij</a:t>
            </a:r>
            <a:endParaRPr lang="en-US" sz="1600" i="1" baseline="-250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093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41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Salvador Ruiz Correa</dc:creator>
  <cp:lastModifiedBy>Salvador Ruiz Correa</cp:lastModifiedBy>
  <cp:revision>2</cp:revision>
  <dcterms:created xsi:type="dcterms:W3CDTF">2024-11-24T18:25:34Z</dcterms:created>
  <dcterms:modified xsi:type="dcterms:W3CDTF">2024-11-24T19:54:05Z</dcterms:modified>
</cp:coreProperties>
</file>